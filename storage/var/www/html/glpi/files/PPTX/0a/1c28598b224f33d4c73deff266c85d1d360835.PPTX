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Nunito"/>
      <p:regular r:id="rId71"/>
      <p:bold r:id="rId72"/>
      <p:italic r:id="rId73"/>
      <p:boldItalic r:id="rId74"/>
    </p:embeddedFont>
    <p:embeddedFont>
      <p:font typeface="Maven Pro"/>
      <p:regular r:id="rId75"/>
      <p:bold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Nunito-italic.fntdata"/><Relationship Id="rId72" Type="http://schemas.openxmlformats.org/officeDocument/2006/relationships/font" Target="fonts/Nunito-bold.fntdata"/><Relationship Id="rId31" Type="http://schemas.openxmlformats.org/officeDocument/2006/relationships/slide" Target="slides/slide26.xml"/><Relationship Id="rId75" Type="http://schemas.openxmlformats.org/officeDocument/2006/relationships/font" Target="fonts/MavenPro-regular.fntdata"/><Relationship Id="rId30" Type="http://schemas.openxmlformats.org/officeDocument/2006/relationships/slide" Target="slides/slide25.xml"/><Relationship Id="rId74" Type="http://schemas.openxmlformats.org/officeDocument/2006/relationships/font" Target="fonts/Nunito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schemas.openxmlformats.org/officeDocument/2006/relationships/font" Target="fonts/MavenPro-bold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Nunito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ff716f1ed3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ff716f1ed3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ff716f1ed3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ff716f1ed3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ff716f1ed3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ff716f1ed3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f716f1ed3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ff716f1ed3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ff716f1ed3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ff716f1ed3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ff716f1ed3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ff716f1ed3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f716f1ed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ff716f1ed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ff716f1ed3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ff716f1ed3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ff716f1ed3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ff716f1ed3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ff716f1ed3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ff716f1ed3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ff716f1ed3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ff716f1ed3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ff716f1ed3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ff716f1ed3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ff716f1ed3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ff716f1ed3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ff716f1ed3_3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ff716f1ed3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ff716f1ed3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ff716f1ed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ff716f1ed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ff716f1ed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ff716f1ed3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ff716f1ed3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ff716f1ed3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ff716f1ed3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ff716f1ed3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ff716f1ed3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ff716f1ed3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ff716f1ed3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ff716f1ed3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ff716f1ed3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ff716f1ed3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ff716f1ed3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ff716f1ed3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ff716f1ed3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ff716f1ed3_3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ff716f1ed3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ff716f1ed3_3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ff716f1ed3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ff716f1ed3_3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ff716f1ed3_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ff716f1ed3_3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1ff716f1ed3_3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ff716f1ed3_3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ff716f1ed3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f716f1ed3_3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ff716f1ed3_3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ff716f1ed3_3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ff716f1ed3_3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ff716f1ed3_3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ff716f1ed3_3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ff716f1ed3_3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ff716f1ed3_3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ff716f1ed3_3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ff716f1ed3_3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ff716f1ed3_3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ff716f1ed3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ff716f1ed3_3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ff716f1ed3_3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ff716f1ed3_3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ff716f1ed3_3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ff716f1ed3_3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ff716f1ed3_3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ff716f1ed3_3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ff716f1ed3_3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ff716f1ed3_3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ff716f1ed3_3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ff716f1ed3_3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ff716f1ed3_3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ff716f1ed3_3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ff716f1ed3_3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ff716f1ed3_3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ff716f1ed3_3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ff716f1ed3_3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ff716f1ed3_3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ff716f1ed3_3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ff716f1ed3_3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ff716f1ed3_3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ff716f1ed3_3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ff716f1ed3_3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ff716f1ed3_3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ff716f1ed3_3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ff716f1ed3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ff716f1ed3_3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ff716f1ed3_3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ff716f1ed3_3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ff716f1ed3_3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ff716f1ed3_3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ff716f1ed3_3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ff716f1ed3_3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ff716f1ed3_3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ff716f1ed3_3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ff716f1ed3_3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ff716f1ed3_3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ff716f1ed3_3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ff716f1ed3_3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ff716f1ed3_3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ff716f1ed3_3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ff716f1ed3_3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ff716f1ed3_3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ff716f1ed3_3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ff716f1ed3_3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ff716f1ed3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ff716f1ed3_3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1ff716f1ed3_3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ff716f1ed3_3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ff716f1ed3_3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ff716f1ed3_3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1ff716f1ed3_3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ff716f1ed3_3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ff716f1ed3_3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ff716f1ed3_3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ff716f1ed3_3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ff716f1ed3_3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ff716f1ed3_3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ff716f1ed3_3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ff716f1ed3_3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912075" y="737100"/>
            <a:ext cx="72591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pt-BR" sz="4480"/>
              <a:t>CONCEITOS E TECNOLOGIAS DE INTERNET</a:t>
            </a:r>
            <a:endParaRPr sz="44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00"/>
              <a:t>A Internet é um sistema global de redes de computadores interligadas que utilizam um conjunto próprio de protocolos (TCP/IP) com o propósito de servir progressivamente usuários no mundo inteiro.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Arpnet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>
            <p:ph type="title"/>
          </p:nvPr>
        </p:nvSpPr>
        <p:spPr>
          <a:xfrm>
            <a:off x="824850" y="520450"/>
            <a:ext cx="7492500" cy="31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00">
                <a:latin typeface="Arial"/>
                <a:ea typeface="Arial"/>
                <a:cs typeface="Arial"/>
                <a:sym typeface="Arial"/>
              </a:rPr>
              <a:t>A Rede da Agência para Projetos de Pesquisa Avançada foi a primeira rede de comutação de pacotes a implementar o conjunto de protocolos TCP/IP. Ambas as tecnologias se tornaram a base técnica da Internet. Inicialmente, a ARPANET foi financiada pela Agência de Projetos de Pesquisa Avançada (ARPA) do Departamento de Defesa dos Estados Unidos. A ARPANET foi desativada em 1990, dando vida à INTERNET.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31" y="0"/>
            <a:ext cx="816833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 txBox="1"/>
          <p:nvPr>
            <p:ph type="title"/>
          </p:nvPr>
        </p:nvSpPr>
        <p:spPr>
          <a:xfrm>
            <a:off x="824850" y="520450"/>
            <a:ext cx="7492500" cy="31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600">
                <a:latin typeface="Arial"/>
                <a:ea typeface="Arial"/>
                <a:cs typeface="Arial"/>
                <a:sym typeface="Arial"/>
              </a:rPr>
              <a:t>Como, diariamente, milhões de pessoas, em seus equipamentos, conseguem trocar informações, em altíssima velocidade? Você sabia que, ao enviar uma mensagem, no seu WhatsApp, primeiro ela é enviada ao servidor dessa rede, lá nos EUA, para depois ser encaminhada ao destinatário? Tudo isso graças a uma grande estrutura física que oferece suporte a tais operações, uma espécie de espinha dorsal da rede.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>
            <p:ph type="title"/>
          </p:nvPr>
        </p:nvSpPr>
        <p:spPr>
          <a:xfrm>
            <a:off x="706175" y="1735725"/>
            <a:ext cx="5676600" cy="14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00"/>
              <a:t>BackBoNE</a:t>
            </a:r>
            <a:endParaRPr sz="5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No contexto de redes de computadores, o backbone (espinha dorsal), na Internet, significa um meio de transferência de dados de alta capacidade e em alta velocidade, ao longo de centenas ou milhares de quilômetros. Essa rede também é a responsável pelo envio e pelo recebimento de dados que ocorrem entre as cidades brasileiras ou destas para outros países. A interligação pode ser feita tanto por meio de cabos de fibra óptica aéreos e submarinos quanto por satélites.</a:t>
            </a:r>
            <a:endParaRPr sz="18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1" y="0"/>
            <a:ext cx="91381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 txBox="1"/>
          <p:nvPr>
            <p:ph type="title"/>
          </p:nvPr>
        </p:nvSpPr>
        <p:spPr>
          <a:xfrm>
            <a:off x="284775" y="255300"/>
            <a:ext cx="8582400" cy="45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001. (INST.AOCP/PRODEB/ANALISTA/2018) A Internet não é, de modo algum, uma rede, mas sim um vasto conjunto de redes diferentes que utilizam certos protocolos comuns e fornecem determinados serviços comuns. Tudo começa no final da década de 1950. No auge da Guerra Fria, o Departamento de Defesa dos Estados Unidos buscou uma rede de controle e de comando capaz de sobreviver a uma guerra nuclear. Essa primeira rede, que futuramente viria a se tornar a Internet, era chamada de: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a) WORLD WIDE WEB.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b) ARPANET.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c) NAP.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d) NSFNET.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e) ARPA. </a:t>
            </a:r>
            <a:endParaRPr sz="18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 txBox="1"/>
          <p:nvPr>
            <p:ph type="title"/>
          </p:nvPr>
        </p:nvSpPr>
        <p:spPr>
          <a:xfrm>
            <a:off x="284775" y="255300"/>
            <a:ext cx="8582400" cy="45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001. (INST.AOCP/PRODEB/ANALISTA/2018) A Internet não é, de modo algum, uma rede, mas sim um vasto conjunto de redes diferentes que utilizam certos protocolos comuns e fornecem determinados serviços comuns. Tudo começa no final da década de 1950. No auge da Guerra Fria, o Departamento de Defesa dos Estados Unidos buscou uma rede de controle e de comando capaz de sobreviver a uma guerra nuclear. Essa primeira rede, que futuramente viria a se tornar a Internet, era chamada de: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a) WORLD WIDE WEB.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>
                <a:solidFill>
                  <a:srgbClr val="00FF00"/>
                </a:solidFill>
              </a:rPr>
              <a:t>b) ARPANET. </a:t>
            </a:r>
            <a:endParaRPr sz="184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c) NAP.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d) NSFNET.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e) ARPA. </a:t>
            </a:r>
            <a:endParaRPr sz="184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 txBox="1"/>
          <p:nvPr>
            <p:ph type="title"/>
          </p:nvPr>
        </p:nvSpPr>
        <p:spPr>
          <a:xfrm>
            <a:off x="284775" y="1375725"/>
            <a:ext cx="8582400" cy="3663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a) No final da década de 70, uma agência americana de projetos de pesquisa criou a base da estrutura de comunicação de dados que mais tarde viria a se transformar na Internet. </a:t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b) O tráfego eficiente de dados na grande rede somente começou a dar resultados positivos a partir da utilização do conjunto de protocolos de referência TCP/IP, desenvolvido no início da década de 70. </a:t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c) A Fundação Nacional da Ciência, instituição americana de pesquisa em tecnologia, desenvolveu uma rede comercial chamada de FNCNET, que mais tarde faria parte da configuração da Internet. </a:t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d) Sua origem está fundamentada na implantação de uma rede experimental de computadores de longa distância, chamada de ARPANET, formada por um conjunto de laboratórios americanos de pesquisa. </a:t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e) Somente foi possível consolidar a criação da Internet após a adequada junção de redes paralelas, como a Intranet e a Extranet.</a:t>
            </a:r>
            <a:endParaRPr sz="1440"/>
          </a:p>
        </p:txBody>
      </p:sp>
      <p:sp>
        <p:nvSpPr>
          <p:cNvPr id="333" name="Google Shape;333;p24"/>
          <p:cNvSpPr txBox="1"/>
          <p:nvPr/>
        </p:nvSpPr>
        <p:spPr>
          <a:xfrm>
            <a:off x="284775" y="304425"/>
            <a:ext cx="8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4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(INAZ DO PARÁ/CORE-SP/ASSISTENTE) No mundo de hoje, a Internet configura-se como uma das principais ferramentas de comunicação do planeta. Aponte a alternativa que apresenta conteúdo correto sobre a história dessa importante fonte de informação dos dias contemporâneos.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"/>
          <p:cNvSpPr txBox="1"/>
          <p:nvPr>
            <p:ph type="title"/>
          </p:nvPr>
        </p:nvSpPr>
        <p:spPr>
          <a:xfrm>
            <a:off x="284775" y="1375725"/>
            <a:ext cx="8582400" cy="3767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a) No final da década de 70, uma agência americana de projetos de pesquisa criou a base da estrutura de comunicação de dados que mais tarde viria a se transformar na Internet. </a:t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b) O tráfego eficiente de dados na grande rede somente começou a dar resultados positivos a partir da utilização do conjunto de protocolos de referência TCP/IP, desenvolvido no início da década de 70. </a:t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c) A Fundação Nacional da Ciência, instituição americana de pesquisa em tecnologia, desenvolveu uma rede comercial chamada de FNCNET, que mais tarde faria parte da configuração da Internet. </a:t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>
                <a:solidFill>
                  <a:srgbClr val="00FF00"/>
                </a:solidFill>
              </a:rPr>
              <a:t>d) Sua origem está fundamentada na implantação de uma rede experimental de computadores de longa distância, chamada de ARPANET, formada por um conjunto de laboratórios americanos de pesquisa. </a:t>
            </a:r>
            <a:endParaRPr sz="144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440"/>
              <a:t>e) Somente foi possível consolidar a criação da Internet após a adequada junção de redes paralelas, como a Intranet e a Extranet.</a:t>
            </a:r>
            <a:endParaRPr sz="1440"/>
          </a:p>
        </p:txBody>
      </p:sp>
      <p:sp>
        <p:nvSpPr>
          <p:cNvPr id="339" name="Google Shape;339;p25"/>
          <p:cNvSpPr txBox="1"/>
          <p:nvPr/>
        </p:nvSpPr>
        <p:spPr>
          <a:xfrm>
            <a:off x="284775" y="304425"/>
            <a:ext cx="8582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4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(INAZ DO PARÁ/CORE-SP/ASSISTENTE) No mundo de hoje, a Internet configura-se como uma das principais ferramentas de comunicação do planeta. Aponte a alternativa que apresenta conteúdo correto sobre a história dessa importante fonte de informação dos dias contemporâneos.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 txBox="1"/>
          <p:nvPr>
            <p:ph type="title"/>
          </p:nvPr>
        </p:nvSpPr>
        <p:spPr>
          <a:xfrm>
            <a:off x="343675" y="255300"/>
            <a:ext cx="8582400" cy="45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(UNIVERSA/SECRI−DF/AGENTE) Assinale a alternativa que apresenta o termo que corresponde a uma espécie de espinha dorsal da Internet, na qual as informações circulam entre os computadores interconectados e cuja estrutura física pode ser compreendida por cabos de fibra óptica intercontinentais, tanto aéreos quanto submarinos.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a) Backbone.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b) Broadcasting.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c) VPN (Virtual Private Network).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d) WAN (Wide Area Network)</a:t>
            </a:r>
            <a:endParaRPr sz="184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343675" y="255300"/>
            <a:ext cx="8582400" cy="45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(UNIVERSA/SECRI−DF/AGENTE) Assinale a alternativa que apresenta o termo que corresponde a uma espécie de espinha dorsal da Internet, na qual as informações circulam entre os computadores interconectados e cuja estrutura física pode ser compreendida por cabos de fibra óptica intercontinentais, tanto aéreos quanto submarinos.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>
                <a:solidFill>
                  <a:srgbClr val="00FF00"/>
                </a:solidFill>
              </a:rPr>
              <a:t>a) Backbone. </a:t>
            </a:r>
            <a:endParaRPr sz="184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b) Broadcasting.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c) VPN (Virtual Private Network). </a:t>
            </a:r>
            <a:endParaRPr sz="18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40"/>
              <a:t>d) WAN (Wide Area Network)</a:t>
            </a:r>
            <a:endParaRPr sz="184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8"/>
          <p:cNvSpPr txBox="1"/>
          <p:nvPr>
            <p:ph type="title"/>
          </p:nvPr>
        </p:nvSpPr>
        <p:spPr>
          <a:xfrm>
            <a:off x="1333275" y="6771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920"/>
              <a:t>(CEBRASPE/TRT-7/TÉCNICO/2017) Entre as ferramentas necessárias para o uso da Internet estão os browsers?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type="title"/>
          </p:nvPr>
        </p:nvSpPr>
        <p:spPr>
          <a:xfrm>
            <a:off x="1333275" y="677125"/>
            <a:ext cx="7030500" cy="13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920"/>
              <a:t>(CEBRASPE/TRT-7/TÉCNICO/2017) Entre as ferramentas necessárias para o uso da Internet estão os browsers?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920">
                <a:solidFill>
                  <a:srgbClr val="00FF00"/>
                </a:solidFill>
              </a:rPr>
              <a:t>Correto</a:t>
            </a:r>
            <a:r>
              <a:rPr lang="pt-BR" sz="1920"/>
              <a:t> </a:t>
            </a:r>
            <a:endParaRPr sz="19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625" y="822675"/>
            <a:ext cx="72390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/>
          <p:nvPr/>
        </p:nvSpPr>
        <p:spPr>
          <a:xfrm>
            <a:off x="1218600" y="717675"/>
            <a:ext cx="7483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WWW (WEB/surfacE WEB) • WWW – World Wide Web: em português, significa “rede de alcance mundial”, também conhecida como “web” e “www”. Trata-se de um sistema de documentos em hipermídia, interligados e executados na Internet. Os documentos podem estar na forma de vídeos, sons, hipertextos e figuras. Todas as páginas que acessamos via navegadores (browsers) e através de buscas no Google estão indexadas na www.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70" name="Google Shape;3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788" y="2571750"/>
            <a:ext cx="7324725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2"/>
          <p:cNvSpPr txBox="1"/>
          <p:nvPr/>
        </p:nvSpPr>
        <p:spPr>
          <a:xfrm>
            <a:off x="1300475" y="812800"/>
            <a:ext cx="7376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(FCC/TRT−3/ANALISTA/2006) A World Wide Web, www, ou simplesmente Web, é um: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conjunto de protocolos HTTP.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sinônimo de Internet.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sistema de hipertexto.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web browser para interagir com páginas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servidor web responsável por aceitar os pedidos HTTP e respondê-los.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 txBox="1"/>
          <p:nvPr/>
        </p:nvSpPr>
        <p:spPr>
          <a:xfrm>
            <a:off x="1300475" y="812800"/>
            <a:ext cx="7376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(FCC/TRT−3/ANALISTA/2006) A World Wide Web, www, ou simplesmente Web, é um: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conjunto de protocolos HTTP.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sinônimo de Internet.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c) sistema de hipertexto. 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web browser para interagir com páginas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servidor web responsável por aceitar os pedidos HTTP e respondê-los.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"/>
          <p:cNvSpPr txBox="1"/>
          <p:nvPr/>
        </p:nvSpPr>
        <p:spPr>
          <a:xfrm>
            <a:off x="1137900" y="778600"/>
            <a:ext cx="7717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(IADES/APEX−BRASIL/ANALISTA/2014) Muitas pessoas, todos os dias, acessam diversos sites e blogs ou assistem a filmes, utilizando a Internet. Assinale, a seguir, o significado das primeiras três letras apresentadas em quase todos os sites (www):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Word Wild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Word Wide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World Wild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World Web Wild.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World Wide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/>
        </p:nvSpPr>
        <p:spPr>
          <a:xfrm>
            <a:off x="1137900" y="778600"/>
            <a:ext cx="7717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(IADES/APEX−BRASIL/ANALISTA/2014) Muitas pessoas, todos os dias, acessam diversos sites e blogs ou assistem a filmes, utilizando a Internet. Assinale, a seguir, o significado das primeiras três letras apresentadas em quase todos os sites (www):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Word Wild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Word Wide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World Wild Web.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World Web Wild.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e) World Wide Web. 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1127100" y="3476175"/>
            <a:ext cx="713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Dica: 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É correto afirmar que a www é um repositório de informações, desde que tal análise seja baseada no sentido lógico, e não no físico, pois, pelo sentido físico, a www seria o servidor onde se armazena a página por ela indexada.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/>
          <p:nvPr>
            <p:ph type="ctrTitle"/>
          </p:nvPr>
        </p:nvSpPr>
        <p:spPr>
          <a:xfrm>
            <a:off x="824000" y="1613825"/>
            <a:ext cx="4846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Motor De Busca</a:t>
            </a:r>
            <a:endParaRPr sz="4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7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"/>
          <p:cNvSpPr txBox="1"/>
          <p:nvPr>
            <p:ph type="title"/>
          </p:nvPr>
        </p:nvSpPr>
        <p:spPr>
          <a:xfrm>
            <a:off x="794325" y="772725"/>
            <a:ext cx="77154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Motor de busca: ou máquina de busca é um sistema de software projetado para encontrar informações armazenadas em um sistema computacional, a partir de palavras-chave, indicadas pelo utilizador, reduzindo, com isso, o tempo necessário para encontrar tais informações.</a:t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825" y="690175"/>
            <a:ext cx="6767276" cy="38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"/>
          <p:cNvSpPr txBox="1"/>
          <p:nvPr>
            <p:ph type="title"/>
          </p:nvPr>
        </p:nvSpPr>
        <p:spPr>
          <a:xfrm>
            <a:off x="1388625" y="772725"/>
            <a:ext cx="6366900" cy="25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500"/>
              <a:t>Caso de uso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00"/>
              <a:t>1. Buscar palavras-chaves, na Internet, em bilhões de sites (aranha/crawler/spider/bot/ robô da web).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00"/>
              <a:t>2. Criar um índice de termos com as palavras encontradas (indexador).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1800"/>
              <a:t>3. Exibir o resultado para os usuários de acordo com as palavras pesquisadas, presentes nesse índice.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825" y="152400"/>
            <a:ext cx="553353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 txBox="1"/>
          <p:nvPr>
            <p:ph type="title"/>
          </p:nvPr>
        </p:nvSpPr>
        <p:spPr>
          <a:xfrm>
            <a:off x="605575" y="1001325"/>
            <a:ext cx="79905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Se eu acessar o Google e buscar “João da Silva Sauro”, pressionando “enter”, o Google exibirá páginas e documentos que citam “João”, “da”, “Silva”, “Sauro”, “João da”, “João da Silva”, “João da Silva Sauro” etc. Milhões e milhões de resultados aparecerão na tela. Para evitar isso, existem filtros de busca (busca avançada), capazes de reduzir os resultados, levando-nos, de maneira mais direta, ao que buscamos na rede. Os principais filtros são: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75" y="792925"/>
            <a:ext cx="7181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7738" y="2955875"/>
            <a:ext cx="70961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3"/>
          <p:cNvSpPr txBox="1"/>
          <p:nvPr/>
        </p:nvSpPr>
        <p:spPr>
          <a:xfrm>
            <a:off x="4632300" y="456675"/>
            <a:ext cx="865200" cy="4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/>
          <p:cNvSpPr txBox="1"/>
          <p:nvPr/>
        </p:nvSpPr>
        <p:spPr>
          <a:xfrm>
            <a:off x="4632300" y="228075"/>
            <a:ext cx="865200" cy="4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0" name="Google Shape;4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525" y="593300"/>
            <a:ext cx="707707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4"/>
          <p:cNvPicPr preferRelativeResize="0"/>
          <p:nvPr/>
        </p:nvPicPr>
        <p:blipFill rotWithShape="1">
          <a:blip r:embed="rId4">
            <a:alphaModFix/>
          </a:blip>
          <a:srcRect b="1787" l="0" r="0" t="0"/>
          <a:stretch/>
        </p:blipFill>
        <p:spPr>
          <a:xfrm>
            <a:off x="909050" y="2588925"/>
            <a:ext cx="7058025" cy="17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5"/>
          <p:cNvSpPr txBox="1"/>
          <p:nvPr/>
        </p:nvSpPr>
        <p:spPr>
          <a:xfrm>
            <a:off x="4632300" y="228075"/>
            <a:ext cx="865200" cy="47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47" name="Google Shape;4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525" y="593300"/>
            <a:ext cx="707707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45"/>
          <p:cNvPicPr preferRelativeResize="0"/>
          <p:nvPr/>
        </p:nvPicPr>
        <p:blipFill rotWithShape="1">
          <a:blip r:embed="rId4">
            <a:alphaModFix/>
          </a:blip>
          <a:srcRect b="1787" l="0" r="0" t="0"/>
          <a:stretch/>
        </p:blipFill>
        <p:spPr>
          <a:xfrm>
            <a:off x="909050" y="2588925"/>
            <a:ext cx="7058025" cy="17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150" y="726525"/>
            <a:ext cx="76104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700" y="1327575"/>
            <a:ext cx="775335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6"/>
          <p:cNvSpPr txBox="1"/>
          <p:nvPr/>
        </p:nvSpPr>
        <p:spPr>
          <a:xfrm>
            <a:off x="7801750" y="1108925"/>
            <a:ext cx="7866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6" name="Google Shape;45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175" y="2943400"/>
            <a:ext cx="777240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7"/>
          <p:cNvSpPr txBox="1"/>
          <p:nvPr/>
        </p:nvSpPr>
        <p:spPr>
          <a:xfrm>
            <a:off x="7801750" y="1108925"/>
            <a:ext cx="7866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4607" l="0" r="0" t="0"/>
          <a:stretch/>
        </p:blipFill>
        <p:spPr>
          <a:xfrm>
            <a:off x="823525" y="911875"/>
            <a:ext cx="7496950" cy="1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13" y="2795025"/>
            <a:ext cx="774382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8"/>
          <p:cNvSpPr txBox="1"/>
          <p:nvPr/>
        </p:nvSpPr>
        <p:spPr>
          <a:xfrm>
            <a:off x="7801750" y="1108925"/>
            <a:ext cx="7866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69" name="Google Shape;469;p48"/>
          <p:cNvPicPr preferRelativeResize="0"/>
          <p:nvPr/>
        </p:nvPicPr>
        <p:blipFill rotWithShape="1">
          <a:blip r:embed="rId3">
            <a:alphaModFix/>
          </a:blip>
          <a:srcRect b="4607" l="0" r="0" t="0"/>
          <a:stretch/>
        </p:blipFill>
        <p:spPr>
          <a:xfrm>
            <a:off x="823525" y="911875"/>
            <a:ext cx="7496950" cy="1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13" y="2795025"/>
            <a:ext cx="774382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"/>
          <p:cNvSpPr txBox="1"/>
          <p:nvPr/>
        </p:nvSpPr>
        <p:spPr>
          <a:xfrm>
            <a:off x="7801750" y="1108925"/>
            <a:ext cx="786600" cy="2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76" name="Google Shape;4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200" y="550150"/>
            <a:ext cx="77628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50" y="1985400"/>
            <a:ext cx="7496951" cy="2985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0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</a:t>
            </a:r>
            <a:r>
              <a:rPr lang="pt-BR"/>
              <a:t>iltros do Bing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00" y="176000"/>
            <a:ext cx="75438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550" y="152400"/>
            <a:ext cx="727089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/>
          <p:cNvSpPr txBox="1"/>
          <p:nvPr/>
        </p:nvSpPr>
        <p:spPr>
          <a:xfrm>
            <a:off x="238500" y="691825"/>
            <a:ext cx="8667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(CEBRASPE/POL.CIVIL−PE/AGENTE/2016) Assinale a opção que apresenta corretamente o texto que, ao ser digitado no sítio de buscas Google, permite localizar, na web, arquivos no formato.pdf que contenham a frase “valorização do policial civil”, mas não contenham o vocábulo “concurso”.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‘valorização do policial civil’ without ‘concurso’ type(pdf)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‘valorização do policial civil’ no:concurso archive(pdf)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“valorização do policial civil” not(concurso) in:pdf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“Valorização do Policial Civil.” -concurso filetype:pdf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valorização and do and policial and civil exclude(concurso) in:pdf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/>
          <p:nvPr/>
        </p:nvSpPr>
        <p:spPr>
          <a:xfrm>
            <a:off x="238500" y="691825"/>
            <a:ext cx="8667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(CEBRASPE/POL.CIVIL−PE/AGENTE/2016) Assinale a opção que apresenta corretamente o texto que, ao ser digitado no sítio de buscas Google, permite localizar, na web, arquivos no formato.pdf que contenham a frase “valorização do policial civil”, mas não contenham o vocábulo “concurso”.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‘valorização do policial civil’ without ‘concurso’ type(pdf)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‘valorização do policial civil’ no:concurso archive(pdf)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“valorização do policial civil” not(concurso) in:pdf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d) “Valorização do Policial Civil.” -concurso filetype:pdf 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valorização and do and policial and civil exclude(concurso) in:pdf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/>
        </p:nvSpPr>
        <p:spPr>
          <a:xfrm>
            <a:off x="238500" y="691825"/>
            <a:ext cx="866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(CEBRASPE/FUB/TÉCNICO/2016) Ao realizar uma pesquisa na Internet, o Google distingue palavras digitadas em maiúsculas daquelas digitadas em minúsculas, no texto a ser pesquisado.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08" name="Google Shape;508;p55"/>
          <p:cNvSpPr txBox="1"/>
          <p:nvPr/>
        </p:nvSpPr>
        <p:spPr>
          <a:xfrm>
            <a:off x="298975" y="2744150"/>
            <a:ext cx="866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(CEBRASPE/TELEBRAS/ANALISTA SUPERIOR/2015) O Google, mecanismo de busca de documentos, na Web, a partir de palavras-chave, oferece um conjunto de aplicativos para a edição de documentos e planilhas eletrônicas, interoperáveis com outras plataformas, como é o caso do Microsoft Office.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 txBox="1"/>
          <p:nvPr/>
        </p:nvSpPr>
        <p:spPr>
          <a:xfrm>
            <a:off x="238500" y="691825"/>
            <a:ext cx="866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(CEBRASPE/FUB/TÉCNICO/2016) Ao realizar uma pesquisa na Internet, o Google distingue palavras digitadas em maiúsculas daquelas digitadas em minúsculas, no texto a ser pesquisado.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  <a:latin typeface="Maven Pro"/>
                <a:ea typeface="Maven Pro"/>
                <a:cs typeface="Maven Pro"/>
                <a:sym typeface="Maven Pro"/>
              </a:rPr>
              <a:t>Errado. </a:t>
            </a:r>
            <a:endParaRPr b="1">
              <a:solidFill>
                <a:srgbClr val="FF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14" name="Google Shape;514;p56"/>
          <p:cNvSpPr txBox="1"/>
          <p:nvPr/>
        </p:nvSpPr>
        <p:spPr>
          <a:xfrm>
            <a:off x="298975" y="2744150"/>
            <a:ext cx="866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(CEBRASPE/TELEBRAS/ANALISTA SUPERIOR/2015) O Google, mecanismo de busca de documentos, na Web, a partir de palavras-chave, oferece um conjunto de aplicativos para a edição de documentos e planilhas eletrônicas, interoperáveis com outras plataformas, como é o caso do Microsoft Office.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7"/>
          <p:cNvSpPr txBox="1"/>
          <p:nvPr/>
        </p:nvSpPr>
        <p:spPr>
          <a:xfrm>
            <a:off x="238500" y="691825"/>
            <a:ext cx="8667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(CEBRASPE/FUB/TÉCNICO/2016) Ao realizar uma pesquisa na Internet, o Google distingue palavras digitadas em maiúsculas daquelas digitadas em minúsculas, no texto a ser pesquisado.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  <a:latin typeface="Maven Pro"/>
                <a:ea typeface="Maven Pro"/>
                <a:cs typeface="Maven Pro"/>
                <a:sym typeface="Maven Pro"/>
              </a:rPr>
              <a:t>Errado. </a:t>
            </a:r>
            <a:endParaRPr b="1">
              <a:solidFill>
                <a:srgbClr val="FF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0" name="Google Shape;520;p57"/>
          <p:cNvSpPr txBox="1"/>
          <p:nvPr/>
        </p:nvSpPr>
        <p:spPr>
          <a:xfrm>
            <a:off x="298975" y="2744150"/>
            <a:ext cx="8667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(CEBRASPE/TELEBRAS/ANALISTA SUPERIOR/2015) O Google, mecanismo de busca de documentos, na Web, a partir de palavras-chave, oferece um conjunto de aplicativos para a edição de documentos e planilhas eletrônicas, interoperáveis com outras plataformas, como é o caso do Microsoft Office.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Correto.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8"/>
          <p:cNvSpPr txBox="1"/>
          <p:nvPr/>
        </p:nvSpPr>
        <p:spPr>
          <a:xfrm>
            <a:off x="384000" y="448300"/>
            <a:ext cx="8376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(CS-UFG/UFG/TÉCNICO/2019) O buscador da Web DuckDuckGo (http://www.duckduckgo.com/) é uma interessante alternativa ao Google, porque não rastreia os seus usuários, preservando a privacidade. Se um usuário pesquisar, no DuckDuckGo (ou no Google), a seguinte expressão: livro site:.ar obterá como resultado uma lista de endereços da web, contendo: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o vocábulo “livro” e o termo “site:.ar”, pertencentes a qualquer sítio da Web indexado na base da dados do buscador.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o vocábulo “livro”, em páginas da web pertencentes a sítios da web que possuem o domínio de topo da Argentina.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o vocábulo “livro”, em páginas da web hospedadas em servidores que estão situados fisicamente na Argentina.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os vocábulos “livro”, “site” e “ar”, pertencentes a qualquer sítio da Web indexado na base da dados do buscador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9"/>
          <p:cNvSpPr txBox="1"/>
          <p:nvPr/>
        </p:nvSpPr>
        <p:spPr>
          <a:xfrm>
            <a:off x="384000" y="448300"/>
            <a:ext cx="8376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(CS-UFG/UFG/TÉCNICO/2019) O buscador da Web DuckDuckGo (http://www.duckduckgo.com/) é uma interessante alternativa ao Google, porque não rastreia os seus usuários, preservando a privacidade. Se um usuário pesquisar, no DuckDuckGo (ou no Google), a seguinte expressão: livro site:.ar obterá como resultado uma lista de endereços da web, contendo: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o vocábulo “livro” e o termo “site:.ar”, pertencentes a qualquer sítio da Web indexado na base da dados do buscador.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b) o vocábulo “livro”, em páginas da web pertencentes a sítios da web que possuem o domínio de topo da Argentina. 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o vocábulo “livro”, em páginas da web hospedadas em servidores que estão situados fisicamente na Argentina.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os vocábulos “livro”, “site” e “ar”, pertencentes a qualquer sítio da Web indexado na base da dados do buscador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0"/>
          <p:cNvSpPr txBox="1"/>
          <p:nvPr/>
        </p:nvSpPr>
        <p:spPr>
          <a:xfrm>
            <a:off x="235950" y="283125"/>
            <a:ext cx="881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(FGV/MPE−RJ/ANALISTA/2019) Caio quer ter acesso às páginas do site http://blograro.com.br que contenham a palavra “brasil” e não contenham a palavra “governo”. No contexto do site de buscas do Google, o texto de busca que deve ser utilizado para esse fim é: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site:.blograro.com.br brasil –governo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b).blograro.com.br/ brasil –governo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site: blograro.com.br brasil ~”governo”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site.blograro.com.br brasil – governo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site blograro.com.br brasil –governo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6" name="Google Shape;536;p60"/>
          <p:cNvSpPr txBox="1"/>
          <p:nvPr/>
        </p:nvSpPr>
        <p:spPr>
          <a:xfrm>
            <a:off x="235950" y="2674000"/>
            <a:ext cx="8470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(IBGP/PREF.SARZEDO−MG/TÉCNICO/2018) Um usuário, utilizando o site de busca Google, pretende buscar os tópicos mais comuns (no momento) de determinado assunto, em sua pesquisa. Assinale a alternativa que apresenta o símbolo que deve ser utilizado para realizar a pesquisa.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%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#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*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@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1"/>
          <p:cNvSpPr txBox="1"/>
          <p:nvPr/>
        </p:nvSpPr>
        <p:spPr>
          <a:xfrm>
            <a:off x="235950" y="283125"/>
            <a:ext cx="881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(FGV/MPE−RJ/ANALISTA/2019) Caio quer ter acesso às páginas do site http://blograro.com.br que contenham a palavra “brasil” e não contenham a palavra “governo”. No contexto do site de buscas do Google, o texto de busca que deve ser utilizado para esse fim é: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a) site:.blograro.com.br brasil –governo 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b).blograro.com.br/ brasil –governo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site: blograro.com.br brasil ~”governo”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site.blograro.com.br brasil – governo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site blograro.com.br brasil –governo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2" name="Google Shape;542;p61"/>
          <p:cNvSpPr txBox="1"/>
          <p:nvPr/>
        </p:nvSpPr>
        <p:spPr>
          <a:xfrm>
            <a:off x="235950" y="2674000"/>
            <a:ext cx="8470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(IBGP/PREF.SARZEDO−MG/TÉCNICO/2018) Um usuário, utilizando o site de busca Google, pretende buscar os tópicos mais comuns (no momento) de determinado assunto, em sua pesquisa. Assinale a alternativa que apresenta o símbolo que deve ser utilizado para realizar a pesquisa.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%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#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*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@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/>
        </p:nvSpPr>
        <p:spPr>
          <a:xfrm>
            <a:off x="235950" y="283125"/>
            <a:ext cx="8816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(FGV/MPE−RJ/ANALISTA/2019) Caio quer ter acesso às páginas do site http://blograro.com.br que contenham a palavra “brasil” e não contenham a palavra “governo”. No contexto do site de buscas do Google, o texto de busca que deve ser utilizado para esse fim é: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a) site:.blograro.com.br brasil –governo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b).blograro.com.br/ brasil –governo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site: blograro.com.br brasil ~”governo”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site.blograro.com.br brasil – governo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site blograro.com.br brasil –governo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8" name="Google Shape;548;p62"/>
          <p:cNvSpPr txBox="1"/>
          <p:nvPr/>
        </p:nvSpPr>
        <p:spPr>
          <a:xfrm>
            <a:off x="235950" y="2674000"/>
            <a:ext cx="8470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(IBGP/PREF.SARZEDO−MG/TÉCNICO/2018) Um usuário, utilizando o site de busca Google, pretende buscar os tópicos mais comuns (no momento) de determinado assunto, em sua pesquisa. Assinale a alternativa que apresenta o símbolo que deve ser utilizado para realizar a pesquisa.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%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b) # 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*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@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3"/>
          <p:cNvSpPr txBox="1"/>
          <p:nvPr/>
        </p:nvSpPr>
        <p:spPr>
          <a:xfrm>
            <a:off x="204475" y="353925"/>
            <a:ext cx="8564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(FCC/TRT−2/ANALISTA/2018) Considere, hipoteticamente, que um analista acessou, em seu navegador, o site de busca Google (www.google.com.br). Na página que se abriu, digitou, na linha de pesquisa: site:http://www.trtsp.jus.br inurl:pje. O objetivo do analista era: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refinar a pesquisa para arquivos do tipo.pje no site http://www.trtsp.jus.br.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encontrar artigos que tivessem um título iniciado com pje e que contivessem mais palavras das quais ele não se recordava, dentro da homepage do site http://www.trtsp.jus.br.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excluir a palavra pje dos resultados de busca dentro do site http://www.trtsp.jus.br.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encontrar todos os sites relacionados ao site http://www.trtsp.jus.br que contivessem a palavra pje.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restringir os resultados da busca às páginas do site http://www.trtsp.jus.br que contivessem a palavra pje.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4"/>
          <p:cNvSpPr txBox="1"/>
          <p:nvPr/>
        </p:nvSpPr>
        <p:spPr>
          <a:xfrm>
            <a:off x="204475" y="353925"/>
            <a:ext cx="8564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(FCC/TRT−2/ANALISTA/2018) Considere, hipoteticamente, que um analista acessou, em seu navegador, o site de busca Google (www.google.com.br). Na página que se abriu, digitou, na linha de pesquisa: site:http://www.trtsp.jus.br inurl:pje. O objetivo do analista era: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refinar a pesquisa para arquivos do tipo.pje no site http://www.trtsp.jus.br.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encontrar artigos que tivessem um título iniciado com pje e que contivessem mais palavras das quais ele não se recordava, dentro da homepage do site http://www.trtsp.jus.br.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excluir a palavra pje dos resultados de busca dentro do site http://www.trtsp.jus.br.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encontrar todos os sites relacionados ao site http://www.trtsp.jus.br que contivessem a palavra pje.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e) restringir os resultados da busca às páginas do site http://www.trtsp.jus.br que contivessem a palavra pje.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5"/>
          <p:cNvSpPr txBox="1"/>
          <p:nvPr/>
        </p:nvSpPr>
        <p:spPr>
          <a:xfrm>
            <a:off x="385350" y="196600"/>
            <a:ext cx="8462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(COPS/UEL/PARANÁ PREVIDÊNCIA/2013) O Google é uma das páginas de busca mais utilizadas da Internet. Sobre a realização de buscas no Google, atribua C (certo) ou E (errado) às afirmativas a seguir.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RESULTADO PROVA mostrará as páginas que contenham essas duas palavras na mesma página.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1100..1800 mostrará as páginas que contenham números que variam entre o intervalo mostrado.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“RESULTADO PROVA” mostrará as páginas que contenham exatamente esse texto.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PROVA -RESULTADO mostrará as páginas que contenham as palavras PROVA e RESULTADO, sozinhas.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RESULTADO OR PROVA mostrará as páginas que contenham as palavras RESULTADO ou PROVA de forma isolada. 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4" name="Google Shape;564;p65"/>
          <p:cNvSpPr txBox="1"/>
          <p:nvPr/>
        </p:nvSpPr>
        <p:spPr>
          <a:xfrm>
            <a:off x="495475" y="35869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V, V, V, F, F.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V, V, F, V, F.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V, F, V, V, F.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F, V, F, F, V.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F, F, F, V, V.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6"/>
          <p:cNvSpPr txBox="1"/>
          <p:nvPr/>
        </p:nvSpPr>
        <p:spPr>
          <a:xfrm>
            <a:off x="385350" y="196600"/>
            <a:ext cx="8462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(COPS/UEL/PARANÁ PREVIDÊNCIA/2013) O Google é uma das páginas de busca mais utilizadas da Internet. Sobre a realização de buscas no Google, atribua C (certo) ou E (errado) às afirmativas a seguir.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RESULTADO PROVA mostrará as páginas que contenham essas duas palavras na mesma página.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1100..1800 mostrará as páginas que contenham números que variam entre o intervalo mostrado.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“RESULTADO PROVA” mostrará as páginas que contenham exatamente esse texto.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PROVA -RESULTADO mostrará as páginas que contenham as palavras PROVA e RESULTADO, sozinhas.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 ) Uma busca por RESULTADO OR PROVA mostrará as páginas que contenham as palavras RESULTADO ou PROVA de forma isolada. 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0" name="Google Shape;570;p66"/>
          <p:cNvSpPr txBox="1"/>
          <p:nvPr/>
        </p:nvSpPr>
        <p:spPr>
          <a:xfrm>
            <a:off x="495475" y="35869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a) V, V, V, F, F. 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V, V, F, V, F.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V, F, V, V, F.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F, V, F, F, V.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F, F, F, V, V.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7"/>
          <p:cNvSpPr txBox="1"/>
          <p:nvPr/>
        </p:nvSpPr>
        <p:spPr>
          <a:xfrm>
            <a:off x="464025" y="566250"/>
            <a:ext cx="8415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(VUNESP/PC−SP/AUXILIAR/2018) Utilizando o site de pesquisa (busca) Google, na Internet, o usuário digitou o seguinte texto, na Barra de pesquisa: concurso -vunesp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O resultado dessa forma de busca serão os sites que: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apresentam ambas as palavras, concurso e vunesp, em qualquer ordem.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incluem a palavra concurso, no endereço do site, e a palavra vunesp, na informação do site.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apresentam ambas as palavras, concurso e vunesp, nessa ordem.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incluem a palavra concurso, no texto da página, e a palavra vunesp, no endereço do site.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apresentam a palavra concurso e não apresentam a palavra vunesp.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8"/>
          <p:cNvSpPr txBox="1"/>
          <p:nvPr/>
        </p:nvSpPr>
        <p:spPr>
          <a:xfrm>
            <a:off x="464025" y="566250"/>
            <a:ext cx="8415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(VUNESP/PC−SP/AUXILIAR/2018) Utilizando o site de pesquisa (busca) Google, na Internet, o usuário digitou o seguinte texto, na Barra de pesquisa: concurso -vunesp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O resultado dessa forma de busca serão os sites que: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apresentam ambas as palavras, concurso e vunesp, em qualquer ordem.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incluem a palavra concurso, no endereço do site, e a palavra vunesp, na informação do site.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apresentam ambas as palavras, concurso e vunesp, nessa ordem.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incluem a palavra concurso, no texto da página, e a palavra vunesp, no endereço do site.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e) apresentam a palavra concurso e não apresentam a palavra vunesp.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9"/>
          <p:cNvSpPr txBox="1"/>
          <p:nvPr/>
        </p:nvSpPr>
        <p:spPr>
          <a:xfrm>
            <a:off x="464025" y="871050"/>
            <a:ext cx="8415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(QUADRIX/CRTR/TÉCNICO/2017) Como fazer uma busca no Google por um termo que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esteja somente no título de uma publicação?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Deve-se iniciar a busca com o sinal de maior (&gt;).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Deve-se encerrar a busca com o sinal de maior (&gt;).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Deve-se iniciar a busca com o termo “intitle:”.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Deve-se iniciar a busca com a tag &lt;title&gt;.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Deve-se encerrar a busca com a tag &lt;title&gt;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0"/>
          <p:cNvSpPr txBox="1"/>
          <p:nvPr/>
        </p:nvSpPr>
        <p:spPr>
          <a:xfrm>
            <a:off x="464025" y="947250"/>
            <a:ext cx="8415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(QUADRIX/CRTR/TÉCNICO/2017) Como fazer uma busca no Google por um termo que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esteja somente no título de uma publicação?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Deve-se iniciar a busca com o sinal de maior (&gt;).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Deve-se encerrar a busca com o sinal de maior (&gt;).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c) Deve-se iniciar a busca com o termo “intitle:”.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Deve-se iniciar a busca com a tag &lt;title&gt;.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Deve-se encerrar a busca com a tag &lt;title&gt;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1"/>
          <p:cNvSpPr txBox="1"/>
          <p:nvPr/>
        </p:nvSpPr>
        <p:spPr>
          <a:xfrm>
            <a:off x="464025" y="947250"/>
            <a:ext cx="841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(UFG/SANEAGO/ANALISTA/2018) Um motor de pesquisa (ou ferramenta de busca ou buscador) é um programa desenvolvido para procurar palavras-chave, fornecidas pelo usuário, em documentos e bases de dados. No contexto da Internet, um motor de pesquisa permite procurar palavras-chave em documentos que estão na web, como aqueles que se encontram armazenados em websites. Entre as ferramentas mais usadas encontram-se o Google, o Yahoo!, o Bing, o Lycos e o Cadê. Ao usar o Google, o usuário pode utilizar: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96" name="Google Shape;596;p71"/>
          <p:cNvSpPr txBox="1"/>
          <p:nvPr/>
        </p:nvSpPr>
        <p:spPr>
          <a:xfrm>
            <a:off x="464025" y="2571750"/>
            <a:ext cx="849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o apóstrofo, como em ‘texto’, para buscar a frase completa, e não cada termo em separado.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as reticências, como em 2010...2018, para mostrar resultados publicados no intervalo de tempo especificado.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a palavra file, como em file:pdf, para especificar um tipo de arquivo a ser localizado.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o menos, como em segurança -patrimonial, para procurar a palavra segurança, excluindo os resultados em que aparecem a palavra patrimonial.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2"/>
          <p:cNvSpPr txBox="1"/>
          <p:nvPr/>
        </p:nvSpPr>
        <p:spPr>
          <a:xfrm>
            <a:off x="464025" y="947250"/>
            <a:ext cx="841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(UFG/SANEAGO/ANALISTA/2018) Um motor de pesquisa (ou ferramenta de busca ou buscador) é um programa desenvolvido para procurar palavras-chave, fornecidas pelo usuário, em documentos e bases de dados. No contexto da Internet, um motor de pesquisa permite procurar palavras-chave em documentos que estão na web, como aqueles que se encontram armazenados em websites. Entre as ferramentas mais usadas encontram-se o Google, o Yahoo!, o Bing, o Lycos e o Cadê. Ao usar o Google, o usuário pode utilizar: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2" name="Google Shape;602;p72"/>
          <p:cNvSpPr txBox="1"/>
          <p:nvPr/>
        </p:nvSpPr>
        <p:spPr>
          <a:xfrm>
            <a:off x="464025" y="2571750"/>
            <a:ext cx="8492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o apóstrofo, como em ‘texto’, para buscar a frase completa, e não cada termo em separado.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as reticências, como em 2010...2018, para mostrar resultados publicados no intervalo de tempo especificado.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a palavra file, como em file:pdf, para especificar um tipo de arquivo a ser localizado.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d) o menos, como em segurança -patrimonial, para procurar a palavra segurança, excluindo os resultados em que aparecem a palavra patrimonial.</a:t>
            </a:r>
            <a:endParaRPr b="1">
              <a:solidFill>
                <a:srgbClr val="00FF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3"/>
          <p:cNvSpPr txBox="1"/>
          <p:nvPr/>
        </p:nvSpPr>
        <p:spPr>
          <a:xfrm>
            <a:off x="407700" y="371050"/>
            <a:ext cx="8328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(QUADRIX/CONTER/TÉCNICO/2017) No sítio de pesquisas Google, o recurso que permite mostrar os resultados enquanto o usuário digita é conhecido como: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Google Adwords.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Google Instant.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Google Maps.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Pesquisa avançada.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Pesquisas sequenciais.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8" name="Google Shape;608;p73"/>
          <p:cNvSpPr txBox="1"/>
          <p:nvPr/>
        </p:nvSpPr>
        <p:spPr>
          <a:xfrm>
            <a:off x="407700" y="2697575"/>
            <a:ext cx="8463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(VUNESP/PC−SP/AGETEL/2018) O site de pesquisa (busca) Google, na Internet, possibilita a realização de pesquisas direcionadas, pela utilização de símbolos em conjunto com palavras e frases. Por exemplo, o uso do símbolo @ antes de uma palavra direciona a pesquisa para: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nomes de domínio.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endereços de e-mail.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um site específico.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redes sociais.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endereços de servidores de páginas.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4"/>
          <p:cNvSpPr txBox="1"/>
          <p:nvPr/>
        </p:nvSpPr>
        <p:spPr>
          <a:xfrm>
            <a:off x="407700" y="371050"/>
            <a:ext cx="8328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(QUADRIX/CONTER/TÉCNICO/2017) No sítio de pesquisas Google, o recurso que permite mostrar os resultados enquanto o usuário digita é conhecido como: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Google Adwords.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b) Google Instant.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Google Maps.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Pesquisa avançada.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Pesquisas sequenciais.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14" name="Google Shape;614;p74"/>
          <p:cNvSpPr txBox="1"/>
          <p:nvPr/>
        </p:nvSpPr>
        <p:spPr>
          <a:xfrm>
            <a:off x="407700" y="2697575"/>
            <a:ext cx="8463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(VUNESP/PC−SP/AGETEL/2018) O site de pesquisa (busca) Google, na Internet, possibilita a realização de pesquisas direcionadas, pela utilização de símbolos em conjunto com palavras e frases. Por exemplo, o uso do símbolo @ antes de uma palavra direciona a pesquisa para: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nomes de domínio.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endereços de e-mail.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um site específico.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redes sociais.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endereços de servidores de páginas.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5"/>
          <p:cNvSpPr txBox="1"/>
          <p:nvPr/>
        </p:nvSpPr>
        <p:spPr>
          <a:xfrm>
            <a:off x="407700" y="371050"/>
            <a:ext cx="8328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(QUADRIX/CONTER/TÉCNICO/2017) No sítio de pesquisas Google, o recurso que permite mostrar os resultados enquanto o usuário digita é conhecido como: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Google Adwords.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b) Google Instant.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Google Maps.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d) Pesquisa avançada.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Pesquisas sequenciais.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0" name="Google Shape;620;p75"/>
          <p:cNvSpPr txBox="1"/>
          <p:nvPr/>
        </p:nvSpPr>
        <p:spPr>
          <a:xfrm>
            <a:off x="407700" y="2697575"/>
            <a:ext cx="8463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(VUNESP/PC−SP/AGETEL/2018) O site de pesquisa (busca) Google, na Internet, possibilita a realização de pesquisas direcionadas, pela utilização de símbolos em conjunto com palavras e frases. Por exemplo, o uso do símbolo @ antes de uma palavra direciona a pesquisa para: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a) nomes de domínio.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b) endereços de e-mail.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c) um site específico.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00"/>
                </a:solidFill>
                <a:latin typeface="Maven Pro"/>
                <a:ea typeface="Maven Pro"/>
                <a:cs typeface="Maven Pro"/>
                <a:sym typeface="Maven Pro"/>
              </a:rPr>
              <a:t>d) redes sociais.</a:t>
            </a: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Maven Pro"/>
                <a:ea typeface="Maven Pro"/>
                <a:cs typeface="Maven Pro"/>
                <a:sym typeface="Maven Pro"/>
              </a:rPr>
              <a:t>e) endereços de servidores de páginas. </a:t>
            </a:r>
            <a:endParaRPr b="1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7"/>
          <p:cNvSpPr txBox="1"/>
          <p:nvPr>
            <p:ph type="ctrTitle"/>
          </p:nvPr>
        </p:nvSpPr>
        <p:spPr>
          <a:xfrm>
            <a:off x="824000" y="2071025"/>
            <a:ext cx="74811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NuvEM coMPutacioNal (coMPutação Nas NuvENs/cloud coMPutEr)</a:t>
            </a:r>
            <a:endParaRPr/>
          </a:p>
        </p:txBody>
      </p:sp>
      <p:sp>
        <p:nvSpPr>
          <p:cNvPr id="630" name="Google Shape;630;p77"/>
          <p:cNvSpPr txBox="1"/>
          <p:nvPr>
            <p:ph type="ctrTitle"/>
          </p:nvPr>
        </p:nvSpPr>
        <p:spPr>
          <a:xfrm>
            <a:off x="856525" y="364375"/>
            <a:ext cx="74811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Próximo</a:t>
            </a:r>
            <a:r>
              <a:rPr lang="pt-BR"/>
              <a:t> assunto: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